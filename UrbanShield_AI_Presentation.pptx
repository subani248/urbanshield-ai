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37160" cy="22860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0080" y="2286000"/>
            <a:ext cx="137160" cy="2286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F5D4"/>
                </a:solidFill>
                <a:latin typeface="Segoe UI"/>
              </a:defRPr>
            </a:pPr>
            <a:r>
              <a:t>URBANSHIELD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Smart City Emergency Response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AI-Powered  •  Real-Time  •  Community-Driven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017520"/>
            <a:ext cx="301752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A comprehensive platform leveraging AI and real-time data to transform urban emergency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206240"/>
            <a:ext cx="2194560" cy="41148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A1A"/>
                </a:solidFill>
                <a:latin typeface="Segoe UI"/>
              </a:defRPr>
            </a:pPr>
            <a:r>
              <a:t>Incident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206240"/>
            <a:ext cx="219456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A1A"/>
                </a:solidFill>
                <a:latin typeface="Segoe UI"/>
              </a:defRPr>
            </a:pPr>
            <a:r>
              <a:t>AI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59" y="4206240"/>
            <a:ext cx="219456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A1A"/>
                </a:solidFill>
                <a:latin typeface="Segoe UI"/>
              </a:defRPr>
            </a:pPr>
            <a:r>
              <a:t>Real-Time Maps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4206240"/>
            <a:ext cx="219456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A1A"/>
                </a:solidFill>
                <a:latin typeface="Segoe UI"/>
              </a:defRPr>
            </a:pPr>
            <a:r>
              <a:t>Community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206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Segoe UI"/>
              </a:defRPr>
            </a:pPr>
            <a:r>
              <a:t>Presented by Team UrbanShield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406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Team 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Meet the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231FA04692 - Subani Sandeep - Full Stack Developer &amp; AI Integration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231FA04693 - Team Member 2 - Frontend Developer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231FA04694 - Team Member 3 - Backend Developer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231FA04695 - Team Member 4 - UI/UX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Urban emergencies demand an immediate, coordinated response. Current systems are fragmented, lack real-time data, fail to leverage AI for predictive analytics, and do not provide effective citizen engagement. Emergency responders waste precious minutes gathering information that could be instantly available through a unified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657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Segoe UI"/>
              </a:defRPr>
            </a:pPr>
            <a: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1148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Every second counts in an emergency. Cities generate vast amounts of incident data daily that goes underutilized. By unifying incident reporting, AI-driven analysis, real-time mapping, and community alerts into a single platform, we can reduce response times, improve resource allocation, and ultimately save lives.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554480" cy="16459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55448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5D4"/>
                </a:solidFill>
                <a:latin typeface="Segoe UI"/>
              </a:defRPr>
            </a:pPr>
            <a:r>
              <a:t>2.5M+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Urban Emergencies</a:t>
            </a:r>
            <a:br/>
            <a:r>
              <a:t>Annually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114800"/>
            <a:ext cx="1554480" cy="16459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4114800"/>
            <a:ext cx="155448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5D4"/>
                </a:solidFill>
                <a:latin typeface="Segoe UI"/>
              </a:defRPr>
            </a:pPr>
            <a: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Delayed Responses</a:t>
            </a:r>
            <a:br/>
            <a:r>
              <a:t>Due to Fragmentation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4114800"/>
            <a:ext cx="1554480" cy="16459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4114800"/>
            <a:ext cx="155448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5D4"/>
                </a:solidFill>
                <a:latin typeface="Segoe UI"/>
              </a:defRPr>
            </a:pPr>
            <a: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Citizens Want</a:t>
            </a:r>
            <a:br/>
            <a:r>
              <a:t>Real-Time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Proposed Solution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UrbanShield AI - An integrated AI-powered emergency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Unified web platform for citizens, admins, and emergency responders</a:t>
            </a:r>
          </a:p>
          <a:p>
            <a:pPr>
              <a:spcAft>
                <a:spcPts val="5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Real-time incident reporting and tracking via interactive maps</a:t>
            </a:r>
          </a:p>
          <a:p>
            <a:pPr>
              <a:spcAft>
                <a:spcPts val="5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AI-powered predictions and incident analysis using Google Gemini</a:t>
            </a:r>
          </a:p>
          <a:p>
            <a:pPr>
              <a:spcAft>
                <a:spcPts val="5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Live weather monitoring and air quality data integration</a:t>
            </a:r>
          </a:p>
          <a:p>
            <a:pPr>
              <a:spcAft>
                <a:spcPts val="5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Instant emergency alerts with severity-based notifications</a:t>
            </a:r>
          </a:p>
          <a:p>
            <a:pPr>
              <a:spcAft>
                <a:spcPts val="5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Role-based access control (Admin, Citizen) with JWT authentication</a:t>
            </a:r>
          </a:p>
          <a:p>
            <a:pPr>
              <a:spcAft>
                <a:spcPts val="5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Real-time updates through Socket.IO for live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Segoe UI"/>
              </a:defRPr>
            </a:pPr>
            <a:r>
              <a:t>Key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4864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2103120"/>
            <a:ext cx="5029200" cy="5943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1762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Objective 1: Reduce emergency response time through real-time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834640"/>
            <a:ext cx="54864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2834640"/>
            <a:ext cx="5029200" cy="5943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9077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Objective 2: Provide AI-driven insights for proactive decision making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566160"/>
            <a:ext cx="54864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3566160"/>
            <a:ext cx="5029200" cy="5943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639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Objective 3: Enable citizens to report and track incidents seamlessly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297680"/>
            <a:ext cx="54864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4297680"/>
            <a:ext cx="5029200" cy="5943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3708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Objective 4: Create a centralized dashboard for city-wide emergency overview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029200"/>
            <a:ext cx="54864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5029200"/>
            <a:ext cx="5029200" cy="5943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1023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Objective 5: Deliver instant alerts to keep communities informed and safe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246888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Real-Time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Live incident statistics and analytics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Weather &amp; air quality monitoring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 emergency predictions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Interactive charts (Recharts)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Role-based views (Admin/Citizen)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36576" cy="2468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Incident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Create, track, and resolve incidents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Filter by status, severity, category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Pagination and search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Image/document attachments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Assigned officer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6576" cy="2468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Gemini AI for predictions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AI-powered incident summarization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Risk level assessment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Keyword extraction &amp; categorization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Recommended response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36576" cy="2468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Interactive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React Leaflet with OpenStreetMap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Click-to-report incident on map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Geocoding &amp; reverse geocoding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Mini map with address search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User location auto-detection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Key Features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246888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Alert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Create severity-based emergency alerts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Active/inactive alert management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Real-time push via Socket.IO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Citizen notification on dashboard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Historical alert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36576" cy="2468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JWT authentication &amp; Google OAuth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Role-based access (Admin/Citizen)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Profile management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Secure password hashing (bcrypt)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Admin panel for user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6576" cy="2468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Real-Time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Socket.IO live connections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Instant incident/alert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Auto-refresh dashboard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Collaborative incident tracking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Live status changes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36576" cy="2468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Analytics &amp;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Incident trend analysis (Recharts)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Category &amp; severity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Monthly incident reports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Status timeline visualization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Data-driven decision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2560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" cy="2560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React.js (Vite) - Component-based UI framework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Tailwind CSS - Utility-first styling with glassmorphism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Framer Motion - Smooth animations &amp; transitions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React Leaflet - Interactive OpenStreetMap integration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Recharts - Data visualization &amp; analytics charts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React Router DOM - Client-side routing with lazy loading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Axios - HTTP client for API communication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Socket.IO Client - Real-time bidirectional events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Lucide React - Icon library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94960" cy="2560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36576" cy="2560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Node.js / Express.js - Server runtime &amp; framework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MongoDB / Mongoose - NoSQL database &amp; ODM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JWT (jsonwebtoken) - Secure authentication tokens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Generative AI - Gemini 2.5 Flash Lite AI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Socket.IO - Real-time event-driven communication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OpenWeather API - Weather &amp; air quality data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bcryptjs - Password hashing &amp; security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Helmet - HTTP security headers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Express Rate Limiter - API rate limiting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394960" cy="2560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36576" cy="2560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DevOps &amp;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Vite - Fast build tool &amp; dev server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Nodemon - Auto-restart development server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Git - Version control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Postman - API testing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MongoDB Atlas - Cloud database hosting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Render - Backend deployment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Vercel - Frontend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5394960" cy="2560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023360"/>
            <a:ext cx="36576" cy="2560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Analytics &amp; External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Gemini AI - Predictive analytics &amp; NLP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OpenWeather API - Real-time weather data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Air Quality Index (AQI) - Environmental monitoring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OpenStreetMap / Nominatim - Geocoding services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OAuth 2.0 - Social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System Architecture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MERN Stack Architecture with AI Integration &amp; Real-Time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" cy="8229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FRONTEND (React.js + Vite)  |  Pages: Landing, Auth, Dashboard, Incidents, Alerts, Map, Users, Admin, Profile, Analytics, 404  |  Components: Layout, Charts, Maps, UI  |  State: AuthContext, SocketContext, React Router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1247120" cy="8229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54864" cy="8229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API GATEWAY  |  RESTful Endpoints (Express.js)  |  Auth: JWT + Google OAuth  |  Rate Limiting  |  CORS  |  Helmet Security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11247120" cy="8229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4864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BACKEND SERVICES  |  Controllers: Auth, Incident, Alert, AI, Dashboard, User, Weather, Geocode  |  Socket.IO  |  Middleware: Auth, Error,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47120" cy="8229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54864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DATA &amp; AI LAYER  |  MongoDB (Incidents, Users, Alerts)  |  Google Gemini AI (Predictions, Summaries)  |  OpenWeather API  |  OpenStreetMap / Nominatim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097280"/>
            <a:ext cx="301752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Real-Time via Socket.IO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5D4"/>
                </a:solidFill>
                <a:latin typeface="Segoe UI"/>
              </a:defRPr>
            </a:pPr>
            <a:r>
              <a:t>Data Flow &amp; 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User authenticates via JWT (email/password) or Google OAuth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54864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486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Role-based access determines available features (Admin/Citizen)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4864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86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Citizen reports incidents via web form or interactive 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54864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486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Admin receives real-time notification via Socket.IO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989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AI analyzes incident data and provides predictions/summaries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598932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5989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5989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Admin creates alerts; citizens receive instant notifications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98932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989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989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Dashboard aggregates stats, weather, and AI insights in real-time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598932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5989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989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All data persisted in MongoDB with Mongoose ODM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Demo &amp;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Live Demo and Application Screenshots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Segoe UI"/>
              </a:defRPr>
            </a:pPr>
            <a:r>
              <a:t>[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Real-time analytics, weather, AI predictions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Segoe UI"/>
              </a:defRPr>
            </a:pPr>
            <a:r>
              <a:t>[ Screenshot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Incident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83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Interactive map with click-to-report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55448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55448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Segoe UI"/>
              </a:defRPr>
            </a:pPr>
            <a:r>
              <a:t>[ Screenshot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Incident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83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Filterable incident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34340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Segoe UI"/>
              </a:defRPr>
            </a:pPr>
            <a:r>
              <a:t>[ Screenshot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Gemini-powered incident summaries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11480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11480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60" y="434340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Segoe UI"/>
              </a:defRPr>
            </a:pPr>
            <a:r>
              <a:t>[ Screenshot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Alerts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943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Emergency alert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11480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11480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434340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Segoe UI"/>
              </a:defRPr>
            </a:pPr>
            <a:r>
              <a:t>[ Screenshot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943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User and system management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0" y="5669280"/>
            <a:ext cx="758952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57150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Live Demo: http://localhost:5173  |  Admin: admin@urbanshield.ai / Admin@123  |  Demo Credentials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Challenges &amp; Future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Challenges Faced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Google Gemini API quota limits on free tier (20 req/day per model)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CORS configuration with dual frontend ports (5173 &amp; 5174)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Socket.IO connection stability across page navigation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2dsphere index conflict on Alert location field causing save errors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Officer role management complexity led to role model simplification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Dashboard performance: multiple aggregation queries causing slow load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Google OAuth callback handling with different deployment URLs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Gemini model name changes (1.5-flash deprecated on v1beta 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5D4"/>
                </a:solidFill>
                <a:latin typeface="Segoe UI"/>
              </a:defRPr>
            </a:pPr>
            <a:r>
              <a:t>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Mobile app (React Native) for on-the-go incident reporting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Push notifications via Firebase Cloud Messaging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Real-time emergency vehicle tracking on map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Multi-language support for diverse communities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Offline-first capability with service workers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Integration with CCTV feeds &amp; IoT sensors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Advanced AI: image recognition for incident classification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Blockchain-based incident record verification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Emergency resource inventory management module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Automated SOS detection &amp; emergency contact notification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Heat maps for high-risk zone identification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Performance optimizations with Redis caching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1600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1600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Modular Architecture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Separating concerns into models/controllers/routes made debugging and feature additions significantly easier. The MVC pattern proved invaluable as the codebase grew.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94960" cy="1600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36576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070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API Rate Limits Are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Free tier Gemini API quotas (20 req/day) forced us to optimize AI calls and switch to models with higher limits. Always plan for production-grade API keys.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5394960" cy="1600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36576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358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Role Simplicity Wins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Starting with 3 roles (Admin/Officer/Citizen) added unnecessary complexity. Simplifying to Admin/Citizen removed edge cases and made authorization logic clean.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5394960" cy="1600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36576" cy="1600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358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4. Real-Time Requires Careful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Socket.IO connection management across page navigation required proper cleanup in useEffect returns and careful event handler registration to avoid memory leaks.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5394960" cy="1600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36576" cy="1600200"/>
          </a:xfrm>
          <a:prstGeom prst="rect">
            <a:avLst/>
          </a:prstGeom>
          <a:solidFill>
            <a:srgbClr val="F0D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646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5. Frontend-Backend 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57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Clear API response format ({ success, data, message }) and consistent error handling upfront saved countless hours of debugging mismatched expectations.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754880"/>
            <a:ext cx="5394960" cy="1600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754880"/>
            <a:ext cx="36576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8646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6. Performance Is a Feature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57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Multiple MongoDB aggregations caused dashboard slow loads. Combining queries with $facet and adding .select() reduced load time significantly.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583680"/>
            <a:ext cx="5394960" cy="1600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6583680"/>
            <a:ext cx="36576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6934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7. Dev Tools Speed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70866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Agentation package for inline code annotations and Nodemon for auto-reload dramatically improved the development feedback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Impact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Bridges the communication gap between citizens and emergency authorities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Reduces emergency response time through real-time incident tracking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Empowers citizens to actively participate in community safety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AI-driven insights enable proactive emergency preparedness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Centralized platform eliminates data silos in emergency management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Scalable architecture ready for city-wide deployment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Open-source foundation encourages community 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1234440" cy="14630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23444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377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5D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949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Core Roles</a:t>
            </a:r>
            <a:br/>
            <a:r>
              <a:t>Simplified to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4754880"/>
            <a:ext cx="1234440" cy="14630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4754880"/>
            <a:ext cx="123444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49377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5D4"/>
                </a:solidFill>
                <a:latin typeface="Segoe UI"/>
              </a:defRPr>
            </a:pPr>
            <a: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3949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API Modules</a:t>
            </a:r>
            <a:br/>
            <a:r>
              <a:t>Implemented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754880"/>
            <a:ext cx="1234440" cy="14630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4754880"/>
            <a:ext cx="123444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49377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5D4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3949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Frontend Pages</a:t>
            </a:r>
            <a:br/>
            <a:r>
              <a:t>Lazy-Loaded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754880"/>
            <a:ext cx="1234440" cy="14630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4754880"/>
            <a:ext cx="123444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9377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5D4"/>
                </a:solidFill>
                <a:latin typeface="Segoe UI"/>
              </a:defRPr>
            </a:pPr>
            <a:r>
              <a:t>30+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3949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Database</a:t>
            </a:r>
            <a:br/>
            <a:r>
              <a:t>Collections Queried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UrbanShield AI demonstrates how modern web technologies, artificial intelligence, and real-time communication can converge to create a meaningful impact in urban emergency management. By providing a unified platform for incident reporting, AI-powered analysis, and community alerts, we have built a foundation that can scale to serve entire cities. The project showcases the practical application of full-stack development principles, AI integration, and user-centered design to solve real-world problems.</a:t>
            </a:r>
            <a:br/>
            <a:br/>
            <a:r>
              <a:t>The platform is production-ready, fully functional, and demonstrates how technology can make cities safer, responses faster, and communities more resilient.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572000"/>
            <a:ext cx="5303520" cy="13716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572000"/>
            <a:ext cx="36576" cy="1371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5D4"/>
                </a:solidFill>
                <a:latin typeface="Segoe UI"/>
              </a:defRPr>
            </a:pPr>
            <a:r>
              <a:t>"Technology is best when it brings people together. UrbanShield AI brings citizens and authorities together to build safer, smarter cities."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2179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